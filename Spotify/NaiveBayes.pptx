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35983"/>
    <p:restoredTop sz="94700"/>
  </p:normalViewPr>
  <p:slideViewPr>
    <p:cSldViewPr snapToGrid="0" snapToObjects="1">
      <p:cViewPr varScale="1">
        <p:scale>
          <a:sx n="56" d="100"/>
          <a:sy n="56" d="100"/>
        </p:scale>
        <p:origin x="176" y="126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12/9/25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12/9/25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12/9/25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12/9/25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12/9/25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12/9/25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12/9/25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12/9/25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12/9/25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12/9/25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12/9/25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12/9/25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Naive Bayes Algorithm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Russell Newson III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Naive Bayes?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Naive Bayes is a supervised machine learning algorithm based on probability.</a:t>
            </a:r>
          </a:p>
          <a:p>
            <a:pPr lvl="1"/>
            <a:r>
              <a:t>It uses Bayes’ Theorem to make predictions.</a:t>
            </a:r>
          </a:p>
          <a:p>
            <a:pPr lvl="1"/>
            <a:r>
              <a:t>Called 'naive' because it assumes features are independent.</a:t>
            </a:r>
          </a:p>
          <a:p>
            <a:pPr lvl="1"/>
            <a:r>
              <a:t>Commonly used for classification tasks.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How Does Naive Bayes Work?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Uses Bayes’ Theorem: P(A|B) = (P(B|A) × P(A)) / P(B)</a:t>
            </a:r>
          </a:p>
          <a:p>
            <a:pPr lvl="1"/>
            <a:r>
              <a:t>Calculates the probability of each class given the input features.</a:t>
            </a:r>
          </a:p>
          <a:p>
            <a:pPr lvl="1"/>
            <a:r>
              <a:t>Chooses the class with the highest probability.</a:t>
            </a:r>
          </a:p>
          <a:p>
            <a:pPr lvl="1"/>
            <a:r>
              <a:t>Assumes all features contribute independently.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Simple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Input: email contains certain words</a:t>
            </a:r>
          </a:p>
          <a:p>
            <a:pPr lvl="1"/>
            <a:r>
              <a:t>Goal: predict if email is spam or not spam</a:t>
            </a:r>
          </a:p>
          <a:p>
            <a:pPr lvl="1"/>
            <a:r>
              <a:t>The algorithm calculates probabilities of spam vs not spam</a:t>
            </a:r>
          </a:p>
          <a:p>
            <a:pPr lvl="1"/>
            <a:r>
              <a:t>Whichever probability is higher becomes the prediction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Prediction Tasks It Fits For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Text classification (spam detection, sentiment analysis)</a:t>
            </a:r>
          </a:p>
          <a:p>
            <a:pPr lvl="1"/>
            <a:r>
              <a:t>Document categorization</a:t>
            </a:r>
          </a:p>
          <a:p>
            <a:pPr lvl="1"/>
            <a:r>
              <a:t>Medical diagnosis</a:t>
            </a:r>
          </a:p>
          <a:p>
            <a:pPr lvl="1"/>
            <a:r>
              <a:t>Real-time prediction systems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Advantages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Fast and efficient</a:t>
            </a:r>
          </a:p>
          <a:p>
            <a:pPr lvl="1"/>
            <a:r>
              <a:t>Works well with large datasets</a:t>
            </a:r>
          </a:p>
          <a:p>
            <a:pPr lvl="1"/>
            <a:r>
              <a:t>Performs well with text data</a:t>
            </a:r>
          </a:p>
          <a:p>
            <a:pPr lvl="1"/>
            <a:r>
              <a:t>Requires less training data than many algorithms</a:t>
            </a:r>
          </a:p>
          <a:p>
            <a:pPr lvl="1"/>
            <a:r>
              <a:t>Easy to implement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Disadvantages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Assumes all features are independent (often not true in real life)</a:t>
            </a:r>
          </a:p>
          <a:p>
            <a:pPr lvl="1"/>
            <a:r>
              <a:t>Can struggle with highly correlated features</a:t>
            </a:r>
          </a:p>
          <a:p>
            <a:pPr lvl="1"/>
            <a:r>
              <a:t>Poor estimator when probabilities are very small</a:t>
            </a:r>
          </a:p>
          <a:p>
            <a:pPr lvl="1"/>
            <a:r>
              <a:t>Limited accuracy compared to more advanced models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Naive Bayes is a probabilistic classification algorithm</a:t>
            </a:r>
          </a:p>
          <a:p>
            <a:pPr lvl="1"/>
            <a:r>
              <a:t>It uses Bayes’ theorem with an independence assumption</a:t>
            </a:r>
          </a:p>
          <a:p>
            <a:pPr lvl="1"/>
            <a:r>
              <a:t>Best suited for text-based and classification tasks</a:t>
            </a:r>
          </a:p>
          <a:p>
            <a:pPr lvl="1"/>
            <a:r>
              <a:t>Fast and simple, but not always highly accurate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1495</TotalTime>
  <Words>254</Words>
  <Application>Microsoft Macintosh PowerPoint</Application>
  <PresentationFormat>On-screen Show (4:3)</PresentationFormat>
  <Paragraphs>38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Naive Bayes Algorithm</vt:lpstr>
      <vt:lpstr>What is Naive Bayes?</vt:lpstr>
      <vt:lpstr>How Does Naive Bayes Work?</vt:lpstr>
      <vt:lpstr>Simple Example</vt:lpstr>
      <vt:lpstr>Prediction Tasks It Fits For</vt:lpstr>
      <vt:lpstr>Advantages</vt:lpstr>
      <vt:lpstr>Disadvantages</vt:lpstr>
      <vt:lpstr>Summary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Russell Newson</cp:lastModifiedBy>
  <cp:revision>2</cp:revision>
  <dcterms:created xsi:type="dcterms:W3CDTF">2013-01-27T09:14:16Z</dcterms:created>
  <dcterms:modified xsi:type="dcterms:W3CDTF">2025-12-11T02:14:00Z</dcterms:modified>
  <cp:category/>
</cp:coreProperties>
</file>